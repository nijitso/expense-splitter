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Montserrat Bold" charset="1" panose="000008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97502" y="5590237"/>
            <a:ext cx="14099416" cy="140994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420234" y="-1717598"/>
            <a:ext cx="3735531" cy="373553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929195" y="8389571"/>
            <a:ext cx="3735531" cy="373553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757394" y="7522582"/>
            <a:ext cx="8779632" cy="1733977"/>
          </a:xfrm>
          <a:custGeom>
            <a:avLst/>
            <a:gdLst/>
            <a:ahLst/>
            <a:cxnLst/>
            <a:rect r="r" b="b" t="t" l="l"/>
            <a:pathLst>
              <a:path h="1733977" w="8779632">
                <a:moveTo>
                  <a:pt x="0" y="0"/>
                </a:moveTo>
                <a:lnTo>
                  <a:pt x="8779632" y="0"/>
                </a:lnTo>
                <a:lnTo>
                  <a:pt x="8779632" y="1733977"/>
                </a:lnTo>
                <a:lnTo>
                  <a:pt x="0" y="1733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91331" y="7052228"/>
            <a:ext cx="7366063" cy="2901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2753" spc="-55" b="true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Réalisé par : Mourafiq Mouad</a:t>
            </a:r>
          </a:p>
          <a:p>
            <a:pPr algn="l">
              <a:lnSpc>
                <a:spcPts val="3855"/>
              </a:lnSpc>
            </a:pPr>
            <a:r>
              <a:rPr lang="en-US" sz="2753" spc="-55" b="true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            Nafii Mohamed</a:t>
            </a:r>
          </a:p>
          <a:p>
            <a:pPr algn="l">
              <a:lnSpc>
                <a:spcPts val="3855"/>
              </a:lnSpc>
            </a:pPr>
            <a:r>
              <a:rPr lang="en-US" sz="2753" spc="-55" b="true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            Legnioui Seifddine</a:t>
            </a:r>
          </a:p>
          <a:p>
            <a:pPr algn="l">
              <a:lnSpc>
                <a:spcPts val="3855"/>
              </a:lnSpc>
            </a:pPr>
            <a:r>
              <a:rPr lang="en-US" sz="2753" spc="-55" b="true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            Martaj Badr</a:t>
            </a:r>
          </a:p>
          <a:p>
            <a:pPr algn="l">
              <a:lnSpc>
                <a:spcPts val="3855"/>
              </a:lnSpc>
            </a:pPr>
            <a:r>
              <a:rPr lang="en-US" sz="2753" spc="-55" b="true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            Louat Oussama</a:t>
            </a:r>
          </a:p>
          <a:p>
            <a:pPr algn="l">
              <a:lnSpc>
                <a:spcPts val="3855"/>
              </a:lnSpc>
              <a:spcBef>
                <a:spcPct val="0"/>
              </a:spcBef>
            </a:pPr>
          </a:p>
        </p:txBody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8573918" y="4011930"/>
            <a:ext cx="9146584" cy="5246370"/>
            <a:chOff x="0" y="0"/>
            <a:chExt cx="7981950" cy="45783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242424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3"/>
              <a:stretch>
                <a:fillRect l="-13536" t="0" r="-13536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18036" y="342027"/>
            <a:ext cx="3376601" cy="1859362"/>
          </a:xfrm>
          <a:custGeom>
            <a:avLst/>
            <a:gdLst/>
            <a:ahLst/>
            <a:cxnLst/>
            <a:rect r="r" b="b" t="t" l="l"/>
            <a:pathLst>
              <a:path h="1859362" w="3376601">
                <a:moveTo>
                  <a:pt x="0" y="0"/>
                </a:moveTo>
                <a:lnTo>
                  <a:pt x="3376601" y="0"/>
                </a:lnTo>
                <a:lnTo>
                  <a:pt x="3376601" y="1859362"/>
                </a:lnTo>
                <a:lnTo>
                  <a:pt x="0" y="1859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8036" y="3164022"/>
            <a:ext cx="9135407" cy="162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6"/>
              </a:lnSpc>
              <a:spcBef>
                <a:spcPct val="0"/>
              </a:spcBef>
            </a:pPr>
            <a:r>
              <a:rPr lang="en-US" b="true" sz="3076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Application de la méthode Agile Scrum pour le développement d'un système de prédiction de la réussite étudiante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5751" y="-645046"/>
            <a:ext cx="17376497" cy="11577091"/>
          </a:xfrm>
          <a:custGeom>
            <a:avLst/>
            <a:gdLst/>
            <a:ahLst/>
            <a:cxnLst/>
            <a:rect r="r" b="b" t="t" l="l"/>
            <a:pathLst>
              <a:path h="11577091" w="17376497">
                <a:moveTo>
                  <a:pt x="0" y="0"/>
                </a:moveTo>
                <a:lnTo>
                  <a:pt x="17376498" y="0"/>
                </a:lnTo>
                <a:lnTo>
                  <a:pt x="17376498" y="11577092"/>
                </a:lnTo>
                <a:lnTo>
                  <a:pt x="0" y="115770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007842" y="-1797460"/>
            <a:ext cx="13881919" cy="138819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91283" y="4087887"/>
            <a:ext cx="7182794" cy="203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3"/>
              </a:lnSpc>
            </a:pPr>
            <a:r>
              <a:rPr lang="en-US" sz="3880" b="true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Partie 1 : </a:t>
            </a:r>
          </a:p>
          <a:p>
            <a:pPr algn="l">
              <a:lnSpc>
                <a:spcPts val="5433"/>
              </a:lnSpc>
            </a:pPr>
            <a:r>
              <a:rPr lang="en-US" sz="3880" b="true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Gestion du projet avec Jira</a:t>
            </a:r>
          </a:p>
          <a:p>
            <a:pPr algn="l" marL="0" indent="0" lvl="0">
              <a:lnSpc>
                <a:spcPts val="543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28612" y="-3738231"/>
            <a:ext cx="6368564" cy="4243056"/>
          </a:xfrm>
          <a:custGeom>
            <a:avLst/>
            <a:gdLst/>
            <a:ahLst/>
            <a:cxnLst/>
            <a:rect r="r" b="b" t="t" l="l"/>
            <a:pathLst>
              <a:path h="4243056" w="6368564">
                <a:moveTo>
                  <a:pt x="0" y="0"/>
                </a:moveTo>
                <a:lnTo>
                  <a:pt x="6368564" y="0"/>
                </a:lnTo>
                <a:lnTo>
                  <a:pt x="6368564" y="4243056"/>
                </a:lnTo>
                <a:lnTo>
                  <a:pt x="0" y="4243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687268" y="2157689"/>
            <a:ext cx="12530617" cy="5971622"/>
          </a:xfrm>
          <a:custGeom>
            <a:avLst/>
            <a:gdLst/>
            <a:ahLst/>
            <a:cxnLst/>
            <a:rect r="r" b="b" t="t" l="l"/>
            <a:pathLst>
              <a:path h="5971622" w="12530617">
                <a:moveTo>
                  <a:pt x="0" y="0"/>
                </a:moveTo>
                <a:lnTo>
                  <a:pt x="12530617" y="0"/>
                </a:lnTo>
                <a:lnTo>
                  <a:pt x="12530617" y="5971622"/>
                </a:lnTo>
                <a:lnTo>
                  <a:pt x="0" y="5971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44024" y="600076"/>
            <a:ext cx="8199951" cy="77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Vue global</a:t>
            </a:r>
            <a:r>
              <a:rPr lang="en-US" b="true" sz="4500" strike="noStrike" u="none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 du projet Jira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28612" y="-3738231"/>
            <a:ext cx="6368564" cy="4243056"/>
          </a:xfrm>
          <a:custGeom>
            <a:avLst/>
            <a:gdLst/>
            <a:ahLst/>
            <a:cxnLst/>
            <a:rect r="r" b="b" t="t" l="l"/>
            <a:pathLst>
              <a:path h="4243056" w="6368564">
                <a:moveTo>
                  <a:pt x="0" y="0"/>
                </a:moveTo>
                <a:lnTo>
                  <a:pt x="6368564" y="0"/>
                </a:lnTo>
                <a:lnTo>
                  <a:pt x="6368564" y="4243056"/>
                </a:lnTo>
                <a:lnTo>
                  <a:pt x="0" y="4243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69160" y="1807886"/>
            <a:ext cx="13952894" cy="6671227"/>
          </a:xfrm>
          <a:custGeom>
            <a:avLst/>
            <a:gdLst/>
            <a:ahLst/>
            <a:cxnLst/>
            <a:rect r="r" b="b" t="t" l="l"/>
            <a:pathLst>
              <a:path h="6671227" w="13952894">
                <a:moveTo>
                  <a:pt x="0" y="0"/>
                </a:moveTo>
                <a:lnTo>
                  <a:pt x="13952893" y="0"/>
                </a:lnTo>
                <a:lnTo>
                  <a:pt x="13952893" y="6671228"/>
                </a:lnTo>
                <a:lnTo>
                  <a:pt x="0" y="66712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44024" y="600076"/>
            <a:ext cx="8368869" cy="77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Epic principal – Vue global</a:t>
            </a:r>
            <a:r>
              <a:rPr lang="en-US" b="true" sz="4500" strike="noStrike" u="none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28612" y="-3738231"/>
            <a:ext cx="6368564" cy="4243056"/>
          </a:xfrm>
          <a:custGeom>
            <a:avLst/>
            <a:gdLst/>
            <a:ahLst/>
            <a:cxnLst/>
            <a:rect r="r" b="b" t="t" l="l"/>
            <a:pathLst>
              <a:path h="4243056" w="6368564">
                <a:moveTo>
                  <a:pt x="0" y="0"/>
                </a:moveTo>
                <a:lnTo>
                  <a:pt x="6368564" y="0"/>
                </a:lnTo>
                <a:lnTo>
                  <a:pt x="6368564" y="4243056"/>
                </a:lnTo>
                <a:lnTo>
                  <a:pt x="0" y="4243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69160" y="1807886"/>
            <a:ext cx="13952894" cy="6671227"/>
          </a:xfrm>
          <a:custGeom>
            <a:avLst/>
            <a:gdLst/>
            <a:ahLst/>
            <a:cxnLst/>
            <a:rect r="r" b="b" t="t" l="l"/>
            <a:pathLst>
              <a:path h="6671227" w="13952894">
                <a:moveTo>
                  <a:pt x="0" y="0"/>
                </a:moveTo>
                <a:lnTo>
                  <a:pt x="13952893" y="0"/>
                </a:lnTo>
                <a:lnTo>
                  <a:pt x="13952893" y="6671228"/>
                </a:lnTo>
                <a:lnTo>
                  <a:pt x="0" y="66712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44024" y="600076"/>
            <a:ext cx="8368869" cy="77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Epic principal – Vue global</a:t>
            </a:r>
            <a:r>
              <a:rPr lang="en-US" b="true" sz="4500" strike="noStrike" u="none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28612" y="-3738231"/>
            <a:ext cx="6368564" cy="4243056"/>
          </a:xfrm>
          <a:custGeom>
            <a:avLst/>
            <a:gdLst/>
            <a:ahLst/>
            <a:cxnLst/>
            <a:rect r="r" b="b" t="t" l="l"/>
            <a:pathLst>
              <a:path h="4243056" w="6368564">
                <a:moveTo>
                  <a:pt x="0" y="0"/>
                </a:moveTo>
                <a:lnTo>
                  <a:pt x="6368564" y="0"/>
                </a:lnTo>
                <a:lnTo>
                  <a:pt x="6368564" y="4243056"/>
                </a:lnTo>
                <a:lnTo>
                  <a:pt x="0" y="4243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36451" y="1860649"/>
            <a:ext cx="13384321" cy="6565702"/>
          </a:xfrm>
          <a:custGeom>
            <a:avLst/>
            <a:gdLst/>
            <a:ahLst/>
            <a:cxnLst/>
            <a:rect r="r" b="b" t="t" l="l"/>
            <a:pathLst>
              <a:path h="6565702" w="13384321">
                <a:moveTo>
                  <a:pt x="0" y="0"/>
                </a:moveTo>
                <a:lnTo>
                  <a:pt x="13384321" y="0"/>
                </a:lnTo>
                <a:lnTo>
                  <a:pt x="13384321" y="6565702"/>
                </a:lnTo>
                <a:lnTo>
                  <a:pt x="0" y="65657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104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42487" y="600076"/>
            <a:ext cx="10206238" cy="77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Story – Formulaire étudiant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28612" y="-3738231"/>
            <a:ext cx="6368564" cy="4243056"/>
          </a:xfrm>
          <a:custGeom>
            <a:avLst/>
            <a:gdLst/>
            <a:ahLst/>
            <a:cxnLst/>
            <a:rect r="r" b="b" t="t" l="l"/>
            <a:pathLst>
              <a:path h="4243056" w="6368564">
                <a:moveTo>
                  <a:pt x="0" y="0"/>
                </a:moveTo>
                <a:lnTo>
                  <a:pt x="6368564" y="0"/>
                </a:lnTo>
                <a:lnTo>
                  <a:pt x="6368564" y="4243056"/>
                </a:lnTo>
                <a:lnTo>
                  <a:pt x="0" y="4243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36451" y="1860649"/>
            <a:ext cx="13384321" cy="6565702"/>
          </a:xfrm>
          <a:custGeom>
            <a:avLst/>
            <a:gdLst/>
            <a:ahLst/>
            <a:cxnLst/>
            <a:rect r="r" b="b" t="t" l="l"/>
            <a:pathLst>
              <a:path h="6565702" w="13384321">
                <a:moveTo>
                  <a:pt x="0" y="0"/>
                </a:moveTo>
                <a:lnTo>
                  <a:pt x="13384321" y="0"/>
                </a:lnTo>
                <a:lnTo>
                  <a:pt x="13384321" y="6565702"/>
                </a:lnTo>
                <a:lnTo>
                  <a:pt x="0" y="65657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104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42487" y="600076"/>
            <a:ext cx="10206238" cy="77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Story – Formulaire étudiant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28612" y="-3738231"/>
            <a:ext cx="6368564" cy="4243056"/>
          </a:xfrm>
          <a:custGeom>
            <a:avLst/>
            <a:gdLst/>
            <a:ahLst/>
            <a:cxnLst/>
            <a:rect r="r" b="b" t="t" l="l"/>
            <a:pathLst>
              <a:path h="4243056" w="6368564">
                <a:moveTo>
                  <a:pt x="0" y="0"/>
                </a:moveTo>
                <a:lnTo>
                  <a:pt x="6368564" y="0"/>
                </a:lnTo>
                <a:lnTo>
                  <a:pt x="6368564" y="4243056"/>
                </a:lnTo>
                <a:lnTo>
                  <a:pt x="0" y="4243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69370" y="1842490"/>
            <a:ext cx="13718484" cy="6602020"/>
          </a:xfrm>
          <a:custGeom>
            <a:avLst/>
            <a:gdLst/>
            <a:ahLst/>
            <a:cxnLst/>
            <a:rect r="r" b="b" t="t" l="l"/>
            <a:pathLst>
              <a:path h="6602020" w="13718484">
                <a:moveTo>
                  <a:pt x="0" y="0"/>
                </a:moveTo>
                <a:lnTo>
                  <a:pt x="13718484" y="0"/>
                </a:lnTo>
                <a:lnTo>
                  <a:pt x="13718484" y="6602020"/>
                </a:lnTo>
                <a:lnTo>
                  <a:pt x="0" y="6602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42487" y="600076"/>
            <a:ext cx="10206238" cy="77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Story – Recommandations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28612" y="-3738231"/>
            <a:ext cx="6368564" cy="4243056"/>
          </a:xfrm>
          <a:custGeom>
            <a:avLst/>
            <a:gdLst/>
            <a:ahLst/>
            <a:cxnLst/>
            <a:rect r="r" b="b" t="t" l="l"/>
            <a:pathLst>
              <a:path h="4243056" w="6368564">
                <a:moveTo>
                  <a:pt x="0" y="0"/>
                </a:moveTo>
                <a:lnTo>
                  <a:pt x="6368564" y="0"/>
                </a:lnTo>
                <a:lnTo>
                  <a:pt x="6368564" y="4243056"/>
                </a:lnTo>
                <a:lnTo>
                  <a:pt x="0" y="4243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14813" y="2288912"/>
            <a:ext cx="14458374" cy="6969388"/>
          </a:xfrm>
          <a:custGeom>
            <a:avLst/>
            <a:gdLst/>
            <a:ahLst/>
            <a:cxnLst/>
            <a:rect r="r" b="b" t="t" l="l"/>
            <a:pathLst>
              <a:path h="6969388" w="14458374">
                <a:moveTo>
                  <a:pt x="0" y="0"/>
                </a:moveTo>
                <a:lnTo>
                  <a:pt x="14458374" y="0"/>
                </a:lnTo>
                <a:lnTo>
                  <a:pt x="14458374" y="6969388"/>
                </a:lnTo>
                <a:lnTo>
                  <a:pt x="0" y="69693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40881" y="600076"/>
            <a:ext cx="10206238" cy="77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Story – Dashboard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28612" y="-3738231"/>
            <a:ext cx="6368564" cy="4243056"/>
          </a:xfrm>
          <a:custGeom>
            <a:avLst/>
            <a:gdLst/>
            <a:ahLst/>
            <a:cxnLst/>
            <a:rect r="r" b="b" t="t" l="l"/>
            <a:pathLst>
              <a:path h="4243056" w="6368564">
                <a:moveTo>
                  <a:pt x="0" y="0"/>
                </a:moveTo>
                <a:lnTo>
                  <a:pt x="6368564" y="0"/>
                </a:lnTo>
                <a:lnTo>
                  <a:pt x="6368564" y="4243056"/>
                </a:lnTo>
                <a:lnTo>
                  <a:pt x="0" y="4243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78692" y="2143005"/>
            <a:ext cx="12530617" cy="6000991"/>
          </a:xfrm>
          <a:custGeom>
            <a:avLst/>
            <a:gdLst/>
            <a:ahLst/>
            <a:cxnLst/>
            <a:rect r="r" b="b" t="t" l="l"/>
            <a:pathLst>
              <a:path h="6000991" w="12530617">
                <a:moveTo>
                  <a:pt x="0" y="0"/>
                </a:moveTo>
                <a:lnTo>
                  <a:pt x="12530616" y="0"/>
                </a:lnTo>
                <a:lnTo>
                  <a:pt x="12530616" y="6000990"/>
                </a:lnTo>
                <a:lnTo>
                  <a:pt x="0" y="60009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40881" y="600076"/>
            <a:ext cx="10206238" cy="77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Story – Import CSV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28612" y="-3738231"/>
            <a:ext cx="6368564" cy="4243056"/>
          </a:xfrm>
          <a:custGeom>
            <a:avLst/>
            <a:gdLst/>
            <a:ahLst/>
            <a:cxnLst/>
            <a:rect r="r" b="b" t="t" l="l"/>
            <a:pathLst>
              <a:path h="4243056" w="6368564">
                <a:moveTo>
                  <a:pt x="0" y="0"/>
                </a:moveTo>
                <a:lnTo>
                  <a:pt x="6368564" y="0"/>
                </a:lnTo>
                <a:lnTo>
                  <a:pt x="6368564" y="4243056"/>
                </a:lnTo>
                <a:lnTo>
                  <a:pt x="0" y="4243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16567" y="2346523"/>
            <a:ext cx="14380608" cy="6875728"/>
          </a:xfrm>
          <a:custGeom>
            <a:avLst/>
            <a:gdLst/>
            <a:ahLst/>
            <a:cxnLst/>
            <a:rect r="r" b="b" t="t" l="l"/>
            <a:pathLst>
              <a:path h="6875728" w="14380608">
                <a:moveTo>
                  <a:pt x="0" y="0"/>
                </a:moveTo>
                <a:lnTo>
                  <a:pt x="14380609" y="0"/>
                </a:lnTo>
                <a:lnTo>
                  <a:pt x="14380609" y="6875729"/>
                </a:lnTo>
                <a:lnTo>
                  <a:pt x="0" y="68757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40881" y="600076"/>
            <a:ext cx="10206238" cy="77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Story – Export CSV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28612" y="-3738231"/>
            <a:ext cx="6368564" cy="4243056"/>
          </a:xfrm>
          <a:custGeom>
            <a:avLst/>
            <a:gdLst/>
            <a:ahLst/>
            <a:cxnLst/>
            <a:rect r="r" b="b" t="t" l="l"/>
            <a:pathLst>
              <a:path h="4243056" w="6368564">
                <a:moveTo>
                  <a:pt x="0" y="0"/>
                </a:moveTo>
                <a:lnTo>
                  <a:pt x="6368564" y="0"/>
                </a:lnTo>
                <a:lnTo>
                  <a:pt x="6368564" y="4243056"/>
                </a:lnTo>
                <a:lnTo>
                  <a:pt x="0" y="4243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78692" y="2346523"/>
            <a:ext cx="13718484" cy="6526997"/>
          </a:xfrm>
          <a:custGeom>
            <a:avLst/>
            <a:gdLst/>
            <a:ahLst/>
            <a:cxnLst/>
            <a:rect r="r" b="b" t="t" l="l"/>
            <a:pathLst>
              <a:path h="6526997" w="13718484">
                <a:moveTo>
                  <a:pt x="0" y="0"/>
                </a:moveTo>
                <a:lnTo>
                  <a:pt x="13718484" y="0"/>
                </a:lnTo>
                <a:lnTo>
                  <a:pt x="13718484" y="6526998"/>
                </a:lnTo>
                <a:lnTo>
                  <a:pt x="0" y="6526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40881" y="600076"/>
            <a:ext cx="10206238" cy="77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Story – Filtrage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28612" y="-3738231"/>
            <a:ext cx="6368564" cy="4243056"/>
          </a:xfrm>
          <a:custGeom>
            <a:avLst/>
            <a:gdLst/>
            <a:ahLst/>
            <a:cxnLst/>
            <a:rect r="r" b="b" t="t" l="l"/>
            <a:pathLst>
              <a:path h="4243056" w="6368564">
                <a:moveTo>
                  <a:pt x="0" y="0"/>
                </a:moveTo>
                <a:lnTo>
                  <a:pt x="6368564" y="0"/>
                </a:lnTo>
                <a:lnTo>
                  <a:pt x="6368564" y="4243056"/>
                </a:lnTo>
                <a:lnTo>
                  <a:pt x="0" y="4243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16567" y="2346523"/>
            <a:ext cx="14380608" cy="6797084"/>
          </a:xfrm>
          <a:custGeom>
            <a:avLst/>
            <a:gdLst/>
            <a:ahLst/>
            <a:cxnLst/>
            <a:rect r="r" b="b" t="t" l="l"/>
            <a:pathLst>
              <a:path h="6797084" w="14380608">
                <a:moveTo>
                  <a:pt x="0" y="0"/>
                </a:moveTo>
                <a:lnTo>
                  <a:pt x="14380609" y="0"/>
                </a:lnTo>
                <a:lnTo>
                  <a:pt x="14380609" y="6797085"/>
                </a:lnTo>
                <a:lnTo>
                  <a:pt x="0" y="67970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40881" y="600076"/>
            <a:ext cx="10206238" cy="77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Planification des Sprints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28612" y="-3738231"/>
            <a:ext cx="6368564" cy="4243056"/>
          </a:xfrm>
          <a:custGeom>
            <a:avLst/>
            <a:gdLst/>
            <a:ahLst/>
            <a:cxnLst/>
            <a:rect r="r" b="b" t="t" l="l"/>
            <a:pathLst>
              <a:path h="4243056" w="6368564">
                <a:moveTo>
                  <a:pt x="0" y="0"/>
                </a:moveTo>
                <a:lnTo>
                  <a:pt x="6368564" y="0"/>
                </a:lnTo>
                <a:lnTo>
                  <a:pt x="6368564" y="4243056"/>
                </a:lnTo>
                <a:lnTo>
                  <a:pt x="0" y="4243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16567" y="2346523"/>
            <a:ext cx="14380608" cy="6830789"/>
          </a:xfrm>
          <a:custGeom>
            <a:avLst/>
            <a:gdLst/>
            <a:ahLst/>
            <a:cxnLst/>
            <a:rect r="r" b="b" t="t" l="l"/>
            <a:pathLst>
              <a:path h="6830789" w="14380608">
                <a:moveTo>
                  <a:pt x="0" y="0"/>
                </a:moveTo>
                <a:lnTo>
                  <a:pt x="14380609" y="0"/>
                </a:lnTo>
                <a:lnTo>
                  <a:pt x="14380609" y="6830789"/>
                </a:lnTo>
                <a:lnTo>
                  <a:pt x="0" y="68307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06655" y="600076"/>
            <a:ext cx="11173037" cy="77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Calendrier des Sprints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007842" y="-1797460"/>
            <a:ext cx="13881919" cy="138819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91283" y="4087887"/>
            <a:ext cx="7182794" cy="203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3"/>
              </a:lnSpc>
            </a:pPr>
            <a:r>
              <a:rPr lang="en-US" sz="3880" b="true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Partie 2 : </a:t>
            </a:r>
          </a:p>
          <a:p>
            <a:pPr algn="l" marL="0" indent="0" lvl="0">
              <a:lnSpc>
                <a:spcPts val="5433"/>
              </a:lnSpc>
              <a:spcBef>
                <a:spcPct val="0"/>
              </a:spcBef>
            </a:pPr>
            <a:r>
              <a:rPr lang="en-US" b="true" sz="3880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Implémentation et fonctionnalités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28612" y="-3738231"/>
            <a:ext cx="6368564" cy="4243056"/>
          </a:xfrm>
          <a:custGeom>
            <a:avLst/>
            <a:gdLst/>
            <a:ahLst/>
            <a:cxnLst/>
            <a:rect r="r" b="b" t="t" l="l"/>
            <a:pathLst>
              <a:path h="4243056" w="6368564">
                <a:moveTo>
                  <a:pt x="0" y="0"/>
                </a:moveTo>
                <a:lnTo>
                  <a:pt x="6368564" y="0"/>
                </a:lnTo>
                <a:lnTo>
                  <a:pt x="6368564" y="4243056"/>
                </a:lnTo>
                <a:lnTo>
                  <a:pt x="0" y="4243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9788" y="2527498"/>
            <a:ext cx="16988424" cy="6434365"/>
          </a:xfrm>
          <a:custGeom>
            <a:avLst/>
            <a:gdLst/>
            <a:ahLst/>
            <a:cxnLst/>
            <a:rect r="r" b="b" t="t" l="l"/>
            <a:pathLst>
              <a:path h="6434365" w="16988424">
                <a:moveTo>
                  <a:pt x="0" y="0"/>
                </a:moveTo>
                <a:lnTo>
                  <a:pt x="16988424" y="0"/>
                </a:lnTo>
                <a:lnTo>
                  <a:pt x="16988424" y="6434366"/>
                </a:lnTo>
                <a:lnTo>
                  <a:pt x="0" y="64343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06655" y="600076"/>
            <a:ext cx="11173037" cy="157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 Technique de la Solution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28612" y="-3738231"/>
            <a:ext cx="6368564" cy="4243056"/>
          </a:xfrm>
          <a:custGeom>
            <a:avLst/>
            <a:gdLst/>
            <a:ahLst/>
            <a:cxnLst/>
            <a:rect r="r" b="b" t="t" l="l"/>
            <a:pathLst>
              <a:path h="4243056" w="6368564">
                <a:moveTo>
                  <a:pt x="0" y="0"/>
                </a:moveTo>
                <a:lnTo>
                  <a:pt x="6368564" y="0"/>
                </a:lnTo>
                <a:lnTo>
                  <a:pt x="6368564" y="4243056"/>
                </a:lnTo>
                <a:lnTo>
                  <a:pt x="0" y="4243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979817" y="4289273"/>
            <a:ext cx="22247633" cy="1537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544"/>
              </a:lnSpc>
              <a:spcBef>
                <a:spcPct val="0"/>
              </a:spcBef>
            </a:pPr>
            <a:r>
              <a:rPr lang="en-US" b="true" sz="896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DEMONSTRATION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34204" y="1407983"/>
            <a:ext cx="8819592" cy="728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510"/>
              </a:lnSpc>
              <a:spcBef>
                <a:spcPct val="0"/>
              </a:spcBef>
            </a:pPr>
            <a:r>
              <a:rPr lang="en-US" b="true" sz="10364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MERCI POUR VOTRE ATTENTION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398912" y="0"/>
            <a:ext cx="5889088" cy="756959"/>
            <a:chOff x="0" y="0"/>
            <a:chExt cx="1551036" cy="1993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1036" cy="199364"/>
            </a:xfrm>
            <a:custGeom>
              <a:avLst/>
              <a:gdLst/>
              <a:ahLst/>
              <a:cxnLst/>
              <a:rect r="r" b="b" t="t" l="l"/>
              <a:pathLst>
                <a:path h="199364" w="1551036">
                  <a:moveTo>
                    <a:pt x="0" y="0"/>
                  </a:moveTo>
                  <a:lnTo>
                    <a:pt x="1551036" y="0"/>
                  </a:lnTo>
                  <a:lnTo>
                    <a:pt x="1551036" y="199364"/>
                  </a:lnTo>
                  <a:lnTo>
                    <a:pt x="0" y="199364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51036" cy="237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398912" y="9530041"/>
            <a:ext cx="5889088" cy="756959"/>
            <a:chOff x="0" y="0"/>
            <a:chExt cx="1551036" cy="1993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51036" cy="199364"/>
            </a:xfrm>
            <a:custGeom>
              <a:avLst/>
              <a:gdLst/>
              <a:ahLst/>
              <a:cxnLst/>
              <a:rect r="r" b="b" t="t" l="l"/>
              <a:pathLst>
                <a:path h="199364" w="1551036">
                  <a:moveTo>
                    <a:pt x="0" y="0"/>
                  </a:moveTo>
                  <a:lnTo>
                    <a:pt x="1551036" y="0"/>
                  </a:lnTo>
                  <a:lnTo>
                    <a:pt x="1551036" y="199364"/>
                  </a:lnTo>
                  <a:lnTo>
                    <a:pt x="0" y="199364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51036" cy="237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4925441" y="3609788"/>
            <a:ext cx="9392643" cy="9529477"/>
          </a:xfrm>
          <a:custGeom>
            <a:avLst/>
            <a:gdLst/>
            <a:ahLst/>
            <a:cxnLst/>
            <a:rect r="r" b="b" t="t" l="l"/>
            <a:pathLst>
              <a:path h="9529477" w="9392643">
                <a:moveTo>
                  <a:pt x="0" y="0"/>
                </a:moveTo>
                <a:lnTo>
                  <a:pt x="9392643" y="0"/>
                </a:lnTo>
                <a:lnTo>
                  <a:pt x="9392643" y="9529476"/>
                </a:lnTo>
                <a:lnTo>
                  <a:pt x="0" y="95294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DAG66YldlGE</dc:identifier>
  <dcterms:modified xsi:type="dcterms:W3CDTF">2011-08-01T06:04:30Z</dcterms:modified>
  <cp:revision>1</cp:revision>
  <dc:title>Fondamentaux des Architectures Distribuées</dc:title>
</cp:coreProperties>
</file>